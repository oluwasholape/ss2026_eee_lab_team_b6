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far from the perfect answer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E3D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Perfect
Answer</c:v>
                </c:pt>
                <c:pt idx="1">
                  <c:v>Our Method
(TS-PRED)</c:v>
                </c:pt>
                <c:pt idx="2">
                  <c:v>Older Method
(TS-SS)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1.24</c:v>
                </c:pt>
                <c:pt idx="2">
                  <c:v>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E2-44D8-8E86-D0C24C23A8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91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 in plain words: this talk is about using fewer hardware units when designing a chip, using a smart search method called Tabu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cost angle simply: every operation needs real hardware, and hardware costs money and chip space. Set up the core question the whole talk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task properties in plain words, avoid technical symbols. End on the clear goal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NP-hardness in plain terms: too many combinations to check by hand or by brute force. Emphasize the dramatic '0 solutions at 1000 operations' stat as the turning point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phases at a high level using the seat-rearranging or worker-assignment analogy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seat-rearranging analogy explicitly here. Explain perturb/insert/exchange/tabu tenure without using those exact technical words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this was actually implemented and tested, not just theoretical. Keep code explanation light — point at structure names, not deep C++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4-job example step by step in plain language. Point to the screenshot as proof it was actually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chart simply: smaller bar is better, our method is close to perfect, older method is much further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balanced and honest about real strengths and real limitations. This shows critical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the one-sentence takeaway. Open the floor for questions. Be ready to explain tabu tenure or NP-hardness in plain language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28800"/>
            <a:ext cx="822960" cy="822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Chip Operations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594360" y="3429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Tabu Search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fewer hardware units when designing a chip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40080" y="5486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Soaib Ferdous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1232368  |  Group B, Team 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HW/SW Co-Design Seminar  —  Hochschule Hamm-Lippstadt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chip means building real hardware for every operation — every multiply, every addition.</a:t>
            </a:r>
            <a:endParaRPr lang="en-US" sz="18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hardware unit costs more chip space and more money.</a:t>
            </a:r>
            <a:endParaRPr lang="en-US" sz="18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is simple: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6766560" cy="1371600"/>
          </a:xfrm>
          <a:prstGeom prst="roundRect">
            <a:avLst>
              <a:gd name="adj" fmla="val 8000"/>
            </a:avLst>
          </a:prstGeom>
          <a:solidFill>
            <a:srgbClr val="0B1E3D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2062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few hardware units can we get away with?”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680960" y="155448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8288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00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units means: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01000" y="29260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chip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power use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in Plain Words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every chip operation as a small task: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48640" y="20574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858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start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allowed to begin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91840" y="20574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290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42900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must be finished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35040" y="20574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1722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17220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clock cycles it takes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778240" y="20574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9154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891540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tasks must finish first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069080"/>
            <a:ext cx="10835640" cy="1143000"/>
          </a:xfrm>
          <a:prstGeom prst="roundRect">
            <a:avLst>
              <a:gd name="adj" fmla="val 8000"/>
            </a:avLst>
          </a:prstGeom>
          <a:solidFill>
            <a:srgbClr val="0B1E3D"/>
          </a:solidFill>
          <a:ln/>
        </p:spPr>
      </p:sp>
      <p:sp>
        <p:nvSpPr>
          <p:cNvPr id="20" name="Text 16"/>
          <p:cNvSpPr/>
          <p:nvPr/>
        </p:nvSpPr>
        <p:spPr>
          <a:xfrm>
            <a:off x="868680" y="4069080"/>
            <a:ext cx="10241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every task onto as few hardware units as possible, without breaking any deadline or order.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Can't Just Solve It Perfectly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Possibilities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every possible schedule takes too long once we have more than a handful of operations.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well-known type of problem in computer science — there's no shortcut to checking every option.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146304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0B1E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1691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1000 operations…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20574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000" dirty="0"/>
          </a:p>
        </p:txBody>
      </p:sp>
      <p:sp>
        <p:nvSpPr>
          <p:cNvPr id="11" name="Text 8"/>
          <p:cNvSpPr/>
          <p:nvPr/>
        </p:nvSpPr>
        <p:spPr>
          <a:xfrm>
            <a:off x="6446520" y="3200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found by the exact method — even after 10 minutes of computing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4114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smarter, faster approach — Tabu Search.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TS-PRED — Three Simple Steps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schedule using task order, so we know each task's real time window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60520" y="16459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192024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38912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389120" y="32461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every task one by one, using as few hardware units as possible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0" y="164592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0B1E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01000" y="1920240"/>
            <a:ext cx="685800" cy="685800"/>
          </a:xfrm>
          <a:prstGeom prst="ellipse">
            <a:avLst/>
          </a:prstGeom>
          <a:solidFill>
            <a:srgbClr val="0E7C7B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0010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001000" y="32461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tweaking the schedule, trying to use even fewer units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“Improve” Step Works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rearranging seats to fit everyone at fewer tables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116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things up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3108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few tasks from the schedule on purpose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46120" y="17830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0116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new spot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429000" y="3108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each removed task back in wherever it fits best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943600" y="17830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0116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2648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if needed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126480" y="3108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places with a shorter task if there's no room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641080" y="178308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201168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23960" y="2560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 works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823960" y="3108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accept the change if it doesn't need more units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48640" y="5074920"/>
            <a:ext cx="10835640" cy="594360"/>
          </a:xfrm>
          <a:prstGeom prst="roundRect">
            <a:avLst>
              <a:gd name="adj" fmla="val 12308"/>
            </a:avLst>
          </a:prstGeom>
          <a:solidFill>
            <a:srgbClr val="0B1E3D"/>
          </a:solidFill>
          <a:ln/>
        </p:spPr>
      </p:sp>
      <p:sp>
        <p:nvSpPr>
          <p:cNvPr id="23" name="Text 16"/>
          <p:cNvSpPr/>
          <p:nvPr/>
        </p:nvSpPr>
        <p:spPr>
          <a:xfrm>
            <a:off x="868680" y="50749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“no repeat” rule stops the search from undoing its own progress.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and Tested It in C++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0835640" cy="2377440"/>
          </a:xfrm>
          <a:prstGeom prst="roundRect">
            <a:avLst>
              <a:gd name="adj" fmla="val 3077"/>
            </a:avLst>
          </a:prstGeom>
          <a:solidFill>
            <a:srgbClr val="13233F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9164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Job { earliest start, deadline, duration, requirements };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Processor { the tasks assigned to it };</a:t>
            </a:r>
            <a:endParaRPr lang="en-US" sz="15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Solution { all processors in use };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“no repeat” window shrinks as more units are freed up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062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4206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just write it — we compiled and ran it. 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 shows the real output.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Scheduling 4 Operations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multiplications, 2 additions — with a fixed order between them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219456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after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J0 and J1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97764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0B1E3D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39776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hardware unit is enough — the tasks naturally fit one after another.</a:t>
            </a:r>
            <a:endParaRPr lang="en-US" sz="1450" dirty="0"/>
          </a:p>
        </p:txBody>
      </p:sp>
      <p:pic>
        <p:nvPicPr>
          <p:cNvPr id="6" name="Image 1" descr="/home/claude/terminal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600200"/>
            <a:ext cx="5577840" cy="32735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0" y="49377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verified output from our C++ program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Work Well?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309360" y="146304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73736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2376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629400" y="23774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 lands within about 1% of the perfect answer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several times faster than the older method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even works on problems the exact method can't solve at all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365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Good, What's Not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F0FA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68680" y="2194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finds a working schedule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close to the perfect answer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task ordering, unlike older methods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126480" y="146304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BF0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6916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446520" y="219456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it's the perfect answer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all hardware units are identical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optimises unit count, not power or area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663440"/>
            <a:ext cx="10927080" cy="914400"/>
          </a:xfrm>
          <a:prstGeom prst="roundRect">
            <a:avLst>
              <a:gd name="adj" fmla="val 10000"/>
            </a:avLst>
          </a:prstGeom>
          <a:solidFill>
            <a:srgbClr val="0B1E3D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920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6634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idea: combine with smarter, evolving search methods and support different unit types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hsh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92608"/>
            <a:ext cx="713232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00584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1031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194560" y="3657600"/>
            <a:ext cx="7772400" cy="1188720"/>
          </a:xfrm>
          <a:prstGeom prst="roundRect">
            <a:avLst>
              <a:gd name="adj" fmla="val 9231"/>
            </a:avLst>
          </a:prstGeom>
          <a:solidFill>
            <a:srgbClr val="E8F1F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514600" y="365760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 Search lets us schedule chip operations using fewer hardware units — fast enough for real designs, and close enough to perfect to trust.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Soaib Ferdous  |  1232368  |  HW/SW Co-Design Seminar  |  HSHL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Office PowerPoint</Application>
  <PresentationFormat>Widescreen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Synthesis with Tabu Search Scheduling</dc:title>
  <dc:subject>PptxGenJS Presentation</dc:subject>
  <dc:creator>Soaib Ferdous</dc:creator>
  <cp:lastModifiedBy>zfw</cp:lastModifiedBy>
  <cp:revision>1</cp:revision>
  <dcterms:created xsi:type="dcterms:W3CDTF">2026-06-21T21:38:38Z</dcterms:created>
  <dcterms:modified xsi:type="dcterms:W3CDTF">2026-06-21T21:43:36Z</dcterms:modified>
</cp:coreProperties>
</file>